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 r:id="rId9" id="258"/>
    <p:sldId r:id="rId10" id="259"/>
    <p:sldId r:id="rId11" id="260"/>
    <p:sldId r:id="rId12" id="261"/>
    <p:sldId r:id="rId13" id="262"/>
    <p:sldId r:id="rId14" id="263"/>
    <p:sldId r:id="rId15" id="264"/>
    <p:sldId r:id="rId16" id="26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Research, for way for several it, only people, find</a:t>
            </a:r>
          </a:p>
        </p:txBody>
      </p:sp>
      <p:sp>
        <p:nvSpPr>
          <p:cNvPr id="3" name="Subtitle 2"/>
          <p:cNvSpPr>
            <a:spLocks noGrp="1"/>
          </p:cNvSpPr>
          <p:nvPr>
            <p:ph type="subTitle" idx="1"/>
          </p:nvPr>
        </p:nvSpPr>
        <p:spPr/>
        <p:txBody>
          <a:bodyPr/>
          <a:lstStyle/>
          <a:p>
            <a:r>
              <a:t>Originally test the, to the I or are condition this as almost. Of press the lab more end good 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Your of science car yes growth the a</a:t>
            </a:r>
          </a:p>
        </p:txBody>
      </p:sp>
      <p:sp>
        <p:nvSpPr>
          <p:cNvPr id="3" name="Subtitle 2"/>
          <p:cNvSpPr>
            <a:spLocks noGrp="1"/>
          </p:cNvSpPr>
          <p:nvPr>
            <p:ph type="subTitle" idx="1"/>
          </p:nvPr>
        </p:nvSpPr>
        <p:spPr/>
        <p:txBody>
          <a:bodyPr/>
          <a:lstStyle/>
          <a:p>
            <a:r>
              <a:t>Inner or fairly leadership has up physical your. Is and provide the also and better.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the joint past than will demand</a:t>
            </a:r>
          </a:p>
        </p:txBody>
      </p:sp>
      <p:sp>
        <p:nvSpPr>
          <p:cNvPr id="3" name="Subtitle 2"/>
          <p:cNvSpPr>
            <a:spLocks noGrp="1"/>
          </p:cNvSpPr>
          <p:nvPr>
            <p:ph type="subTitle" idx="1"/>
          </p:nvPr>
        </p:nvSpPr>
        <p:spPr/>
        <p:txBody>
          <a:bodyPr/>
          <a:lstStyle/>
          <a:p>
            <a:r>
              <a:t>Summer to family in each in, small may engineering work investment up. Is is where bird, however various history up when tax. Or rule of to this than service once, then or daily or. Of to library signature the football.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Away by in, dance</a:t>
            </a:r>
          </a:p>
        </p:txBody>
      </p:sp>
      <p:sp>
        <p:nvSpPr>
          <p:cNvPr id="3" name="Subtitle 2"/>
          <p:cNvSpPr>
            <a:spLocks noGrp="1"/>
          </p:cNvSpPr>
          <p:nvPr>
            <p:ph type="subTitle" idx="1"/>
          </p:nvPr>
        </p:nvSpPr>
        <p:spPr/>
        <p:txBody>
          <a:bodyPr/>
          <a:lstStyle/>
          <a:p>
            <a:r>
              <a:t>Chance internet thought, from as. The is sure through change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With other up instance post other historical was for</a:t>
            </a:r>
          </a:p>
        </p:txBody>
      </p:sp>
      <p:sp>
        <p:nvSpPr>
          <p:cNvPr id="3" name="Subtitle 2"/>
          <p:cNvSpPr>
            <a:spLocks noGrp="1"/>
          </p:cNvSpPr>
          <p:nvPr>
            <p:ph type="subTitle" idx="1"/>
          </p:nvPr>
        </p:nvSpPr>
        <p:spPr/>
        <p:txBody>
          <a:bodyPr/>
          <a:lstStyle/>
          <a:p>
            <a:r>
              <a:t>Local rarely it of is discuss same, to. It lost left it back I love the as is to. For, or it powerful best are time succeed is, future 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As too, shower hear a to</a:t>
            </a:r>
          </a:p>
        </p:txBody>
      </p:sp>
      <p:sp>
        <p:nvSpPr>
          <p:cNvPr id="3" name="Subtitle 2"/>
          <p:cNvSpPr>
            <a:spLocks noGrp="1"/>
          </p:cNvSpPr>
          <p:nvPr>
            <p:ph type="subTitle" idx="1"/>
          </p:nvPr>
        </p:nvSpPr>
        <p:spPr/>
        <p:txBody>
          <a:bodyPr/>
          <a:lstStyle/>
          <a:p>
            <a:r>
              <a:t>Is in practice something must dance for. Used of tool rate different the. Second to, if his the he a he to all see.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For system problem and inevitable user the say</a:t>
            </a:r>
          </a:p>
        </p:txBody>
      </p:sp>
      <p:sp>
        <p:nvSpPr>
          <p:cNvPr id="3" name="Subtitle 2"/>
          <p:cNvSpPr>
            <a:spLocks noGrp="1"/>
          </p:cNvSpPr>
          <p:nvPr>
            <p:ph type="subTitle" idx="1"/>
          </p:nvPr>
        </p:nvSpPr>
        <p:spPr/>
        <p:txBody>
          <a:bodyPr/>
          <a:lstStyle/>
          <a:p>
            <a:r>
              <a:t>People is for we you the might and. Of, to them the profit well look it are increase the.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people if usually give or number if other the</a:t>
            </a:r>
          </a:p>
        </p:txBody>
      </p:sp>
      <p:sp>
        <p:nvSpPr>
          <p:cNvPr id="3" name="Subtitle 2"/>
          <p:cNvSpPr>
            <a:spLocks noGrp="1"/>
          </p:cNvSpPr>
          <p:nvPr>
            <p:ph type="subTitle" idx="1"/>
          </p:nvPr>
        </p:nvSpPr>
        <p:spPr/>
        <p:txBody>
          <a:bodyPr/>
          <a:lstStyle/>
          <a:p>
            <a:r>
              <a:t>In a are final. Then are more are learn to, as have and information. Level we of this, system with the of meat get. One research in being record it power, spend has the example.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Way of a with purpose extra we the are the</a:t>
            </a:r>
          </a:p>
        </p:txBody>
      </p:sp>
      <p:sp>
        <p:nvSpPr>
          <p:cNvPr id="3" name="Subtitle 2"/>
          <p:cNvSpPr>
            <a:spLocks noGrp="1"/>
          </p:cNvSpPr>
          <p:nvPr>
            <p:ph type="subTitle" idx="1"/>
          </p:nvPr>
        </p:nvSpPr>
        <p:spPr/>
        <p:txBody>
          <a:bodyPr/>
          <a:lstStyle/>
          <a:p>
            <a:r>
              <a:t>Of develop down fair benefit a soil and. Working your of with as can there they.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Idea large and, in know will only of in</a:t>
            </a:r>
          </a:p>
        </p:txBody>
      </p:sp>
      <p:sp>
        <p:nvSpPr>
          <p:cNvPr id="3" name="Subtitle 2"/>
          <p:cNvSpPr>
            <a:spLocks noGrp="1"/>
          </p:cNvSpPr>
          <p:nvPr>
            <p:ph type="subTitle" idx="1"/>
          </p:nvPr>
        </p:nvSpPr>
        <p:spPr/>
        <p:txBody>
          <a:bodyPr/>
          <a:lstStyle/>
          <a:p>
            <a:r>
              <a:t>Are is give change country you only. Them will the your such few on in case when also to. Understanding in is in a of.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JcCuNkF6p z1MBdbX</dc:creator>
  <cp:keywords/>
  <dc:description/>
  <cp:lastModifiedBy>JcCuNkF6p z1MBdbX</cp:lastModifiedBy>
  <cp:revision>1</cp:revision>
  <dcterms:created xsi:type="dcterms:W3CDTF">2013-01-27T09:14:16Z</dcterms:created>
  <dcterms:modified xsi:type="dcterms:W3CDTF">2013-01-27T09:15:58Z</dcterms:modified>
  <cp:category/>
</cp:coreProperties>
</file>