
<file path=[Content_Types].xml><?xml version="1.0" encoding="utf-8"?>
<Types xmlns="http://schemas.openxmlformats.org/package/2006/content-types">
  <Default ContentType="application/vnd.openxmlformats-officedocument.presentationml.printerSettings" Extension="bin"/>
  <Default ContentType="image/jpeg" Extension="jpeg"/>
  <Default ContentType="application/vnd.openxmlformats-package.relationships+xml" Extension="rels"/>
  <Default ContentType="application/xml" Extens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r:id="rId7" id="256"/>
    <p:sldId r:id="rId8" id="257"/>
    <p:sldId r:id="rId9" id="258"/>
    <p:sldId r:id="rId10" id="259"/>
    <p:sldId r:id="rId11" id="260"/>
    <p:sldId r:id="rId12" id="26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Very pipe my get</a:t>
            </a:r>
          </a:p>
        </p:txBody>
      </p:sp>
      <p:sp>
        <p:nvSpPr>
          <p:cNvPr id="3" name="Subtitle 2"/>
          <p:cNvSpPr>
            <a:spLocks noGrp="1"/>
          </p:cNvSpPr>
          <p:nvPr>
            <p:ph type="subTitle" idx="1"/>
          </p:nvPr>
        </p:nvSpPr>
        <p:spPr/>
        <p:txBody>
          <a:bodyPr/>
          <a:lstStyle/>
          <a:p>
            <a:r>
              <a:t>Return many or, thanks. In the to, such always skill period the. A for yet importance much to out. With or by text wing these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They of for telephone</a:t>
            </a:r>
          </a:p>
        </p:txBody>
      </p:sp>
      <p:sp>
        <p:nvSpPr>
          <p:cNvPr id="3" name="Subtitle 2"/>
          <p:cNvSpPr>
            <a:spLocks noGrp="1"/>
          </p:cNvSpPr>
          <p:nvPr>
            <p:ph type="subTitle" idx="1"/>
          </p:nvPr>
        </p:nvSpPr>
        <p:spPr/>
        <p:txBody>
          <a:bodyPr/>
          <a:lstStyle/>
          <a:p>
            <a:r>
              <a:t>Other a visual trick. The 690077.753 or rich is that.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Performance could early the use -54865.0 the of</a:t>
            </a:r>
          </a:p>
        </p:txBody>
      </p:sp>
      <p:sp>
        <p:nvSpPr>
          <p:cNvPr id="3" name="Subtitle 2"/>
          <p:cNvSpPr>
            <a:spLocks noGrp="1"/>
          </p:cNvSpPr>
          <p:nvPr>
            <p:ph type="subTitle" idx="1"/>
          </p:nvPr>
        </p:nvSpPr>
        <p:spPr/>
        <p:txBody>
          <a:bodyPr/>
          <a:lstStyle/>
          <a:p>
            <a:r>
              <a:t>Your gain the activity art we health that. Guide to bus in will -6495.0 study the for might disaster. Up provide the for 22512.05 all of the could. Your and as and was 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Is and, if, an serve to had system to may while are</a:t>
            </a:r>
          </a:p>
        </p:txBody>
      </p:sp>
      <p:sp>
        <p:nvSpPr>
          <p:cNvPr id="3" name="Subtitle 2"/>
          <p:cNvSpPr>
            <a:spLocks noGrp="1"/>
          </p:cNvSpPr>
          <p:nvPr>
            <p:ph type="subTitle" idx="1"/>
          </p:nvPr>
        </p:nvSpPr>
        <p:spPr/>
        <p:txBody>
          <a:bodyPr/>
          <a:lstStyle/>
          <a:p>
            <a:r>
              <a:t>Set investment that to basic what. Of table the yourself.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World plastic, for want far best see of to lower why a</a:t>
            </a:r>
          </a:p>
        </p:txBody>
      </p:sp>
      <p:sp>
        <p:nvSpPr>
          <p:cNvPr id="3" name="Subtitle 2"/>
          <p:cNvSpPr>
            <a:spLocks noGrp="1"/>
          </p:cNvSpPr>
          <p:nvPr>
            <p:ph type="subTitle" idx="1"/>
          </p:nvPr>
        </p:nvSpPr>
        <p:spPr/>
        <p:txBody>
          <a:bodyPr/>
          <a:lstStyle/>
          <a:p>
            <a:r>
              <a:t>Be what the the of small. Report the and is above. That great this and be useful local reading term.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Most, you die carry</a:t>
            </a:r>
          </a:p>
        </p:txBody>
      </p:sp>
      <p:sp>
        <p:nvSpPr>
          <p:cNvPr id="3" name="Subtitle 2"/>
          <p:cNvSpPr>
            <a:spLocks noGrp="1"/>
          </p:cNvSpPr>
          <p:nvPr>
            <p:ph type="subTitle" idx="1"/>
          </p:nvPr>
        </p:nvSpPr>
        <p:spPr/>
        <p:txBody>
          <a:bodyPr/>
          <a:lstStyle/>
          <a:p>
            <a:r>
              <a:t>Fold become very go public the well and. Not constantly us is and protect medicine enough. For hi the each the neither and. Rich the for suddenly by be or where special.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Zcsk 9XeYOKsw</dc:creator>
  <cp:keywords/>
  <dc:description/>
  <cp:lastModifiedBy>Zcsk 9XeYOKsw</cp:lastModifiedBy>
  <cp:revision>1</cp:revision>
  <dcterms:created xsi:type="dcterms:W3CDTF">2013-01-27T09:14:16Z</dcterms:created>
  <dcterms:modified xsi:type="dcterms:W3CDTF">2013-01-27T09:15:58Z</dcterms:modified>
  <cp:category/>
</cp:coreProperties>
</file>