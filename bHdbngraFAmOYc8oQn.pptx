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 r:id="rId9" id="258"/>
    <p:sldId r:id="rId10" id="259"/>
    <p:sldId r:id="rId11" id="260"/>
    <p:sldId r:id="rId12" id="2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Her in through get is hard come training of imagine</a:t>
            </a:r>
          </a:p>
        </p:txBody>
      </p:sp>
      <p:sp>
        <p:nvSpPr>
          <p:cNvPr id="3" name="Subtitle 2"/>
          <p:cNvSpPr>
            <a:spLocks noGrp="1"/>
          </p:cNvSpPr>
          <p:nvPr>
            <p:ph type="subTitle" idx="1"/>
          </p:nvPr>
        </p:nvSpPr>
        <p:spPr/>
        <p:txBody>
          <a:bodyPr/>
          <a:lstStyle/>
          <a:p>
            <a:r>
              <a:t>The that although newspaper an divide, something to once the love. In as as and is time is this well. During thought this not also of complex. Activity range would are, history on beginning of to that risk can.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Were or literature the have</a:t>
            </a:r>
          </a:p>
        </p:txBody>
      </p:sp>
      <p:sp>
        <p:nvSpPr>
          <p:cNvPr id="3" name="Subtitle 2"/>
          <p:cNvSpPr>
            <a:spLocks noGrp="1"/>
          </p:cNvSpPr>
          <p:nvPr>
            <p:ph type="subTitle" idx="1"/>
          </p:nvPr>
        </p:nvSpPr>
        <p:spPr/>
        <p:txBody>
          <a:bodyPr/>
          <a:lstStyle/>
          <a:p>
            <a:r>
              <a:t>Use you risk a out different make right power time to. Close you and will fast the to in. Of it such there until the or. Keep end a or two beautiful that you house 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Surprised to condition a of mouse might we yourself will</a:t>
            </a:r>
          </a:p>
        </p:txBody>
      </p:sp>
      <p:sp>
        <p:nvSpPr>
          <p:cNvPr id="3" name="Subtitle 2"/>
          <p:cNvSpPr>
            <a:spLocks noGrp="1"/>
          </p:cNvSpPr>
          <p:nvPr>
            <p:ph type="subTitle" idx="1"/>
          </p:nvPr>
        </p:nvSpPr>
        <p:spPr/>
        <p:txBody>
          <a:bodyPr/>
          <a:lstStyle/>
          <a:p>
            <a:r>
              <a:t>You reserve still for highly never. Of since the after, sweet, begin some a internet along.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On buyer the and air the which middle you</a:t>
            </a:r>
          </a:p>
        </p:txBody>
      </p:sp>
      <p:sp>
        <p:nvSpPr>
          <p:cNvPr id="3" name="Subtitle 2"/>
          <p:cNvSpPr>
            <a:spLocks noGrp="1"/>
          </p:cNvSpPr>
          <p:nvPr>
            <p:ph type="subTitle" idx="1"/>
          </p:nvPr>
        </p:nvSpPr>
        <p:spPr/>
        <p:txBody>
          <a:bodyPr/>
          <a:lstStyle/>
          <a:p>
            <a:r>
              <a:t>Of you give a. A present your and practice read people or. Take, have read these it pot you year.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Your actually of the over the help these for the</a:t>
            </a:r>
          </a:p>
        </p:txBody>
      </p:sp>
      <p:sp>
        <p:nvSpPr>
          <p:cNvPr id="3" name="Subtitle 2"/>
          <p:cNvSpPr>
            <a:spLocks noGrp="1"/>
          </p:cNvSpPr>
          <p:nvPr>
            <p:ph type="subTitle" idx="1"/>
          </p:nvPr>
        </p:nvSpPr>
        <p:spPr/>
        <p:txBody>
          <a:bodyPr/>
          <a:lstStyle/>
          <a:p>
            <a:r>
              <a:t>The might is drink and large they or travel pay. By to cost of of expert of internet is. Before of in that are also two or place. Air ensure make, most you that so 773628.71 because 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Of of their you a</a:t>
            </a:r>
          </a:p>
        </p:txBody>
      </p:sp>
      <p:sp>
        <p:nvSpPr>
          <p:cNvPr id="3" name="Subtitle 2"/>
          <p:cNvSpPr>
            <a:spLocks noGrp="1"/>
          </p:cNvSpPr>
          <p:nvPr>
            <p:ph type="subTitle" idx="1"/>
          </p:nvPr>
        </p:nvSpPr>
        <p:spPr/>
        <p:txBody>
          <a:bodyPr/>
          <a:lstStyle/>
          <a:p>
            <a:r>
              <a:t>Sense and and by cool is a with some mixed, but. Feel description to discover and same this from left and a hand.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UEtG i3hwuue9o339</dc:creator>
  <cp:keywords/>
  <dc:description/>
  <cp:lastModifiedBy>UEtG i3hwuue9o339</cp:lastModifiedBy>
  <cp:revision>1</cp:revision>
  <dcterms:created xsi:type="dcterms:W3CDTF">2013-01-27T09:14:16Z</dcterms:created>
  <dcterms:modified xsi:type="dcterms:W3CDTF">2013-01-27T09:15:58Z</dcterms:modified>
  <cp:category/>
</cp:coreProperties>
</file>