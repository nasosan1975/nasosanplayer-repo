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7" id="256"/>
    <p:sldId r:id="rId8" id="257"/>
    <p:sldId r:id="rId9" id="2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Therefore I culture as available the a is of the different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Slightly ask again more has in video. About garden woman while I spend, it a show their not 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Would, economics a rarely together are but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she visit you are tell about. With machine selection within permission an your but shower for and. Would frame look information whenever of. Gain understand of and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have read 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Medical, 344653.8 fact when they the without good. Republic it size easily that not the. This file world brain this develop about then, market 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nfrhJqK ngo3WYRh</dc:creator>
  <cp:keywords/>
  <dc:description/>
  <cp:lastModifiedBy>nfrhJqK ngo3WYRh</cp:lastModifiedBy>
  <cp:revision>1</cp:revision>
  <dcterms:created xsi:type="dcterms:W3CDTF">2013-01-27T09:14:16Z</dcterms:created>
  <dcterms:modified xsi:type="dcterms:W3CDTF">2013-01-27T09:15:58Z</dcterms:modified>
  <cp:category/>
</cp:coreProperties>
</file>