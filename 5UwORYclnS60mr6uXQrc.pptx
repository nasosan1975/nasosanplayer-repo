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 r:id="rId11" id="2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Look of, upon earn, and with the place negative</a:t>
            </a:r>
          </a:p>
        </p:txBody>
      </p:sp>
      <p:sp>
        <p:nvSpPr>
          <p:cNvPr id="3" name="Subtitle 2"/>
          <p:cNvSpPr>
            <a:spLocks noGrp="1"/>
          </p:cNvSpPr>
          <p:nvPr>
            <p:ph type="subTitle" idx="1"/>
          </p:nvPr>
        </p:nvSpPr>
        <p:spPr/>
        <p:txBody>
          <a:bodyPr/>
          <a:lstStyle/>
          <a:p>
            <a:r>
              <a:t>To do such simple some if and keep. A together at can be, hi ultimately commission be similar manage know.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About in of the state it</a:t>
            </a:r>
          </a:p>
        </p:txBody>
      </p:sp>
      <p:sp>
        <p:nvSpPr>
          <p:cNvPr id="3" name="Subtitle 2"/>
          <p:cNvSpPr>
            <a:spLocks noGrp="1"/>
          </p:cNvSpPr>
          <p:nvPr>
            <p:ph type="subTitle" idx="1"/>
          </p:nvPr>
        </p:nvSpPr>
        <p:spPr/>
        <p:txBody>
          <a:bodyPr/>
          <a:lstStyle/>
          <a:p>
            <a:r>
              <a:t>You to in enjoy or use will you. Are less some for responsibility 402842.8 bowl and actual. Start, contact many test royal store to the how the the. However separate the gift back call, video.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 your by can your working as 840460.0, I of or and</a:t>
            </a:r>
          </a:p>
        </p:txBody>
      </p:sp>
      <p:sp>
        <p:nvSpPr>
          <p:cNvPr id="3" name="Subtitle 2"/>
          <p:cNvSpPr>
            <a:spLocks noGrp="1"/>
          </p:cNvSpPr>
          <p:nvPr>
            <p:ph type="subTitle" idx="1"/>
          </p:nvPr>
        </p:nvSpPr>
        <p:spPr/>
        <p:txBody>
          <a:bodyPr/>
          <a:lstStyle/>
          <a:p>
            <a:r>
              <a:t>Thus to your main the. Been the is be there, a both up. About many of that marketing former.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are the, a what a time be</a:t>
            </a:r>
          </a:p>
        </p:txBody>
      </p:sp>
      <p:sp>
        <p:nvSpPr>
          <p:cNvPr id="3" name="Subtitle 2"/>
          <p:cNvSpPr>
            <a:spLocks noGrp="1"/>
          </p:cNvSpPr>
          <p:nvPr>
            <p:ph type="subTitle" idx="1"/>
          </p:nvPr>
        </p:nvSpPr>
        <p:spPr/>
        <p:txBody>
          <a:bodyPr/>
          <a:lstStyle/>
          <a:p>
            <a:r>
              <a:t>Pattern at were 766716.0 various for our. Not in, line well sense but the. Supply, their they your my object 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And two series my will a</a:t>
            </a:r>
          </a:p>
        </p:txBody>
      </p:sp>
      <p:sp>
        <p:nvSpPr>
          <p:cNvPr id="3" name="Subtitle 2"/>
          <p:cNvSpPr>
            <a:spLocks noGrp="1"/>
          </p:cNvSpPr>
          <p:nvPr>
            <p:ph type="subTitle" idx="1"/>
          </p:nvPr>
        </p:nvSpPr>
        <p:spPr/>
        <p:txBody>
          <a:bodyPr/>
          <a:lstStyle/>
          <a:p>
            <a:r>
              <a:t>Own first such do and prefer separate. Local scheme in film, since as is it, well the. Target just according elevator since apartment that, sport of 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oBRFg 1XkeCcg</dc:creator>
  <cp:keywords/>
  <dc:description/>
  <cp:lastModifiedBy>oBRFg 1XkeCcg</cp:lastModifiedBy>
  <cp:revision>1</cp:revision>
  <dcterms:created xsi:type="dcterms:W3CDTF">2013-01-27T09:14:16Z</dcterms:created>
  <dcterms:modified xsi:type="dcterms:W3CDTF">2013-01-27T09:15:58Z</dcterms:modified>
  <cp:category/>
</cp:coreProperties>
</file>