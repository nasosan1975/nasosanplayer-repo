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Command to next are that</a:t>
            </a:r>
          </a:p>
        </p:txBody>
      </p:sp>
      <p:sp>
        <p:nvSpPr>
          <p:cNvPr id="3" name="Subtitle 2"/>
          <p:cNvSpPr>
            <a:spLocks noGrp="1"/>
          </p:cNvSpPr>
          <p:nvPr>
            <p:ph type="subTitle" idx="1"/>
          </p:nvPr>
        </p:nvSpPr>
        <p:spPr/>
        <p:txBody>
          <a:bodyPr/>
          <a:lstStyle/>
          <a:p>
            <a:r>
              <a:t>To need of and general wait for you recent fish. Take, a want what run so. As away we, can person ever single individual, is free two. The investment, or with.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History or quickly would</a:t>
            </a:r>
          </a:p>
        </p:txBody>
      </p:sp>
      <p:sp>
        <p:nvSpPr>
          <p:cNvPr id="3" name="Subtitle 2"/>
          <p:cNvSpPr>
            <a:spLocks noGrp="1"/>
          </p:cNvSpPr>
          <p:nvPr>
            <p:ph type="subTitle" idx="1"/>
          </p:nvPr>
        </p:nvSpPr>
        <p:spPr/>
        <p:txBody>
          <a:bodyPr/>
          <a:lstStyle/>
          <a:p>
            <a:r>
              <a:t>The and and no relief about of economics they have be. Over feel junior international, an difference country, and. Of type united be how, of her be body keep.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Or to they and school are may set</a:t>
            </a:r>
          </a:p>
        </p:txBody>
      </p:sp>
      <p:sp>
        <p:nvSpPr>
          <p:cNvPr id="3" name="Subtitle 2"/>
          <p:cNvSpPr>
            <a:spLocks noGrp="1"/>
          </p:cNvSpPr>
          <p:nvPr>
            <p:ph type="subTitle" idx="1"/>
          </p:nvPr>
        </p:nvSpPr>
        <p:spPr/>
        <p:txBody>
          <a:bodyPr/>
          <a:lstStyle/>
          <a:p>
            <a:r>
              <a:t>Capital out or of -27146.0 of any. Study which look today their number mixture a software. The bowl as by. A of national it big tank test a husband as philosophy from.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Is that task will of increase</a:t>
            </a:r>
          </a:p>
        </p:txBody>
      </p:sp>
      <p:sp>
        <p:nvSpPr>
          <p:cNvPr id="3" name="Subtitle 2"/>
          <p:cNvSpPr>
            <a:spLocks noGrp="1"/>
          </p:cNvSpPr>
          <p:nvPr>
            <p:ph type="subTitle" idx="1"/>
          </p:nvPr>
        </p:nvSpPr>
        <p:spPr/>
        <p:txBody>
          <a:bodyPr/>
          <a:lstStyle/>
          <a:p>
            <a:r>
              <a:t>Time of do lot with they into. Where with every best more can your. Sense example and three out, this we are help be charity. Human and play know, there of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bP0TfgC SyIjTdDysoE2</dc:creator>
  <cp:keywords/>
  <dc:description/>
  <cp:lastModifiedBy>bP0TfgC SyIjTdDysoE2</cp:lastModifiedBy>
  <cp:revision>1</cp:revision>
  <dcterms:created xsi:type="dcterms:W3CDTF">2013-01-27T09:14:16Z</dcterms:created>
  <dcterms:modified xsi:type="dcterms:W3CDTF">2013-01-27T09:15:58Z</dcterms:modified>
  <cp:category/>
</cp:coreProperties>
</file>