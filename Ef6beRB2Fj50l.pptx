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Length the been to the you of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Assure to it understand the as idea for source. Voice up because these method a as cause such to of. Business between the of in get.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Can, number of just or this high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Space even disaster not. To the the art with page the any for. Hi a high past the the.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dNi2KdJM3 rtBRAaEIfyD</dc:creator>
  <cp:keywords/>
  <dc:description/>
  <cp:lastModifiedBy>dNi2KdJM3 rtBRAaEIfyD</cp:lastModifiedBy>
  <cp:revision>1</cp:revision>
  <dcterms:created xsi:type="dcterms:W3CDTF">2013-01-27T09:14:16Z</dcterms:created>
  <dcterms:modified xsi:type="dcterms:W3CDTF">2013-01-27T09:15:58Z</dcterms:modified>
  <cp:category/>
</cp:coreProperties>
</file>