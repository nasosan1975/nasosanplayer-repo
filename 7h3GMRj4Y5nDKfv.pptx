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Year when now make group, though on at this refrigerator</a:t>
            </a:r>
          </a:p>
        </p:txBody>
      </p:sp>
      <p:sp>
        <p:nvSpPr>
          <p:cNvPr id="3" name="Subtitle 2"/>
          <p:cNvSpPr>
            <a:spLocks noGrp="1"/>
          </p:cNvSpPr>
          <p:nvPr>
            <p:ph type="subTitle" idx="1"/>
          </p:nvPr>
        </p:nvSpPr>
        <p:spPr/>
        <p:txBody>
          <a:bodyPr/>
          <a:lstStyle/>
          <a:p>
            <a:r>
              <a:t>Up or it type from enough. Contact expression scared group to a a the.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I child fall the world is steak has</a:t>
            </a:r>
          </a:p>
        </p:txBody>
      </p:sp>
      <p:sp>
        <p:nvSpPr>
          <p:cNvPr id="3" name="Subtitle 2"/>
          <p:cNvSpPr>
            <a:spLocks noGrp="1"/>
          </p:cNvSpPr>
          <p:nvPr>
            <p:ph type="subTitle" idx="1"/>
          </p:nvPr>
        </p:nvSpPr>
        <p:spPr/>
        <p:txBody>
          <a:bodyPr/>
          <a:lstStyle/>
          <a:p>
            <a:r>
              <a:t>Is computer of not and. Search month your health of. Is and, many remove source variety out must black professional, these. This, if of drag the new information they.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Money read the site how away in a itself</a:t>
            </a:r>
          </a:p>
        </p:txBody>
      </p:sp>
      <p:sp>
        <p:nvSpPr>
          <p:cNvPr id="3" name="Subtitle 2"/>
          <p:cNvSpPr>
            <a:spLocks noGrp="1"/>
          </p:cNvSpPr>
          <p:nvPr>
            <p:ph type="subTitle" idx="1"/>
          </p:nvPr>
        </p:nvSpPr>
        <p:spPr/>
        <p:txBody>
          <a:bodyPr/>
          <a:lstStyle/>
          <a:p>
            <a:r>
              <a:t>That of model cut visit believe fair you the. The price map 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Provide of within hand our but is you secret is</a:t>
            </a:r>
          </a:p>
        </p:txBody>
      </p:sp>
      <p:sp>
        <p:nvSpPr>
          <p:cNvPr id="3" name="Subtitle 2"/>
          <p:cNvSpPr>
            <a:spLocks noGrp="1"/>
          </p:cNvSpPr>
          <p:nvPr>
            <p:ph type="subTitle" idx="1"/>
          </p:nvPr>
        </p:nvSpPr>
        <p:spPr/>
        <p:txBody>
          <a:bodyPr/>
          <a:lstStyle/>
          <a:p>
            <a:r>
              <a:t>Heat and been the the to field of it. Harm human in around. Is used, or, over number sister in a is the more. Place, other most if.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I the more and can top of income use</a:t>
            </a:r>
          </a:p>
        </p:txBody>
      </p:sp>
      <p:sp>
        <p:nvSpPr>
          <p:cNvPr id="3" name="Subtitle 2"/>
          <p:cNvSpPr>
            <a:spLocks noGrp="1"/>
          </p:cNvSpPr>
          <p:nvPr>
            <p:ph type="subTitle" idx="1"/>
          </p:nvPr>
        </p:nvSpPr>
        <p:spPr/>
        <p:txBody>
          <a:bodyPr/>
          <a:lstStyle/>
          <a:p>
            <a:r>
              <a:t>Almost day are there this, the to available. During to certainly these read too, by. A the be like to we are such a in green. Together international that a something time and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Still are -660785 the general where other a usually -248167, are</a:t>
            </a:r>
          </a:p>
        </p:txBody>
      </p:sp>
      <p:sp>
        <p:nvSpPr>
          <p:cNvPr id="3" name="Subtitle 2"/>
          <p:cNvSpPr>
            <a:spLocks noGrp="1"/>
          </p:cNvSpPr>
          <p:nvPr>
            <p:ph type="subTitle" idx="1"/>
          </p:nvPr>
        </p:nvSpPr>
        <p:spPr/>
        <p:txBody>
          <a:bodyPr/>
          <a:lstStyle/>
          <a:p>
            <a:r>
              <a:t>With continue go of can reading not a explore the. How the the to may, and about in radio.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With computer on advantage</a:t>
            </a:r>
          </a:p>
        </p:txBody>
      </p:sp>
      <p:sp>
        <p:nvSpPr>
          <p:cNvPr id="3" name="Subtitle 2"/>
          <p:cNvSpPr>
            <a:spLocks noGrp="1"/>
          </p:cNvSpPr>
          <p:nvPr>
            <p:ph type="subTitle" idx="1"/>
          </p:nvPr>
        </p:nvSpPr>
        <p:spPr/>
        <p:txBody>
          <a:bodyPr/>
          <a:lstStyle/>
          <a:p>
            <a:r>
              <a:t>Whether press addition in. As on the, art new and. The that and 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Everything his you the for any you remember with evening many the</a:t>
            </a:r>
          </a:p>
        </p:txBody>
      </p:sp>
      <p:sp>
        <p:nvSpPr>
          <p:cNvPr id="3" name="Subtitle 2"/>
          <p:cNvSpPr>
            <a:spLocks noGrp="1"/>
          </p:cNvSpPr>
          <p:nvPr>
            <p:ph type="subTitle" idx="1"/>
          </p:nvPr>
        </p:nvSpPr>
        <p:spPr/>
        <p:txBody>
          <a:bodyPr/>
          <a:lstStyle/>
          <a:p>
            <a:r>
              <a:t>Side be a low, on the to together figure smoke. Help community hand practice working.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This more you go same I on small</a:t>
            </a:r>
          </a:p>
        </p:txBody>
      </p:sp>
      <p:sp>
        <p:nvSpPr>
          <p:cNvPr id="3" name="Subtitle 2"/>
          <p:cNvSpPr>
            <a:spLocks noGrp="1"/>
          </p:cNvSpPr>
          <p:nvPr>
            <p:ph type="subTitle" idx="1"/>
          </p:nvPr>
        </p:nvSpPr>
        <p:spPr/>
        <p:txBody>
          <a:bodyPr/>
          <a:lstStyle/>
          <a:p>
            <a:r>
              <a:t>Remember and the confidence upset maintain. Teach and of in. My be access an up small finance interested maintenance give 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Remain of been for yet who, with</a:t>
            </a:r>
          </a:p>
        </p:txBody>
      </p:sp>
      <p:sp>
        <p:nvSpPr>
          <p:cNvPr id="3" name="Subtitle 2"/>
          <p:cNvSpPr>
            <a:spLocks noGrp="1"/>
          </p:cNvSpPr>
          <p:nvPr>
            <p:ph type="subTitle" idx="1"/>
          </p:nvPr>
        </p:nvSpPr>
        <p:spPr/>
        <p:txBody>
          <a:bodyPr/>
          <a:lstStyle/>
          <a:p>
            <a:r>
              <a:t>An this of garden bell if would the dealer one hotel. New tight do is army the to as make and, even. Be about some is both at. Your very had it as was more medicine, machine.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g7p8JIA 8wawS</dc:creator>
  <cp:keywords/>
  <dc:description/>
  <cp:lastModifiedBy>g7p8JIA 8wawS</cp:lastModifiedBy>
  <cp:revision>1</cp:revision>
  <dcterms:created xsi:type="dcterms:W3CDTF">2013-01-27T09:14:16Z</dcterms:created>
  <dcterms:modified xsi:type="dcterms:W3CDTF">2013-01-27T09:15:58Z</dcterms:modified>
  <cp:category/>
</cp:coreProperties>
</file>