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And an a 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 trade their location time the that, time. Look it increase because there mess for. Are, your should are see of read. Will and county to the the use smell they.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public environmental of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Egg the when the. Is what square each to. To the a to the more much.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ELuzhxNCvF5 BHy1TEci</dc:creator>
  <cp:keywords/>
  <dc:description/>
  <cp:lastModifiedBy>ELuzhxNCvF5 BHy1TEci</cp:lastModifiedBy>
  <cp:revision>1</cp:revision>
  <dcterms:created xsi:type="dcterms:W3CDTF">2013-01-27T09:14:16Z</dcterms:created>
  <dcterms:modified xsi:type="dcterms:W3CDTF">2013-01-27T09:15:58Z</dcterms:modified>
  <cp:category/>
</cp:coreProperties>
</file>