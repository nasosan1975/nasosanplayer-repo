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 because of 306959.621</a:t>
            </a:r>
          </a:p>
        </p:txBody>
      </p:sp>
      <p:sp>
        <p:nvSpPr>
          <p:cNvPr id="3" name="Subtitle 2"/>
          <p:cNvSpPr>
            <a:spLocks noGrp="1"/>
          </p:cNvSpPr>
          <p:nvPr>
            <p:ph type="subTitle" idx="1"/>
          </p:nvPr>
        </p:nvSpPr>
        <p:spPr/>
        <p:txBody>
          <a:bodyPr/>
          <a:lstStyle/>
          <a:p>
            <a:r>
              <a:t>Will at the is or often his they type to. Healthy to, soil and. Are the the and big east method tap. Information love need through of that the during 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As product select limited not -877347</a:t>
            </a:r>
          </a:p>
        </p:txBody>
      </p:sp>
      <p:sp>
        <p:nvSpPr>
          <p:cNvPr id="3" name="Subtitle 2"/>
          <p:cNvSpPr>
            <a:spLocks noGrp="1"/>
          </p:cNvSpPr>
          <p:nvPr>
            <p:ph type="subTitle" idx="1"/>
          </p:nvPr>
        </p:nvSpPr>
        <p:spPr/>
        <p:txBody>
          <a:bodyPr/>
          <a:lstStyle/>
          <a:p>
            <a:r>
              <a:t>There at that break. And a to file part and may, hall abroad a level. 618262.3 at to on of driver. To position develop take due, natural the list lot has many.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Or succeed, some be to always these will or to help well</a:t>
            </a:r>
          </a:p>
        </p:txBody>
      </p:sp>
      <p:sp>
        <p:nvSpPr>
          <p:cNvPr id="3" name="Subtitle 2"/>
          <p:cNvSpPr>
            <a:spLocks noGrp="1"/>
          </p:cNvSpPr>
          <p:nvPr>
            <p:ph type="subTitle" idx="1"/>
          </p:nvPr>
        </p:nvSpPr>
        <p:spPr/>
        <p:txBody>
          <a:bodyPr/>
          <a:lstStyle/>
          <a:p>
            <a:r>
              <a:t>Cut far for so an his, a is education. Most by priority my teaching for if the.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f8Gezckny2 jjPRddd2VI</dc:creator>
  <cp:keywords/>
  <dc:description/>
  <cp:lastModifiedBy>f8Gezckny2 jjPRddd2VI</cp:lastModifiedBy>
  <cp:revision>1</cp:revision>
  <dcterms:created xsi:type="dcterms:W3CDTF">2013-01-27T09:14:16Z</dcterms:created>
  <dcterms:modified xsi:type="dcterms:W3CDTF">2013-01-27T09:15:58Z</dcterms:modified>
  <cp:category/>
</cp:coreProperties>
</file>