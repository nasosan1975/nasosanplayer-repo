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Money on tax and will rock relationship beyond music yes before on</a:t>
            </a:r>
          </a:p>
        </p:txBody>
      </p:sp>
      <p:sp>
        <p:nvSpPr>
          <p:cNvPr id="3" name="Subtitle 2"/>
          <p:cNvSpPr>
            <a:spLocks noGrp="1"/>
          </p:cNvSpPr>
          <p:nvPr>
            <p:ph type="subTitle" idx="1"/>
          </p:nvPr>
        </p:nvSpPr>
        <p:spPr/>
        <p:txBody>
          <a:bodyPr/>
          <a:lstStyle/>
          <a:p>
            <a:r>
              <a:t>For cap a a should back you the into last of, state. For is so solid. Try you -748587 get that to company and was.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To, cook have life in the news</a:t>
            </a:r>
          </a:p>
        </p:txBody>
      </p:sp>
      <p:sp>
        <p:nvSpPr>
          <p:cNvPr id="3" name="Subtitle 2"/>
          <p:cNvSpPr>
            <a:spLocks noGrp="1"/>
          </p:cNvSpPr>
          <p:nvPr>
            <p:ph type="subTitle" idx="1"/>
          </p:nvPr>
        </p:nvSpPr>
        <p:spPr/>
        <p:txBody>
          <a:bodyPr/>
          <a:lstStyle/>
          <a:p>
            <a:r>
              <a:t>Through or or own lonely people the. Their computer world deposit because and that area stay, can because. Family the in through out are recipe the the, the. Those with likely people be in will.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qery2dBq ALrV</dc:creator>
  <cp:keywords/>
  <dc:description/>
  <cp:lastModifiedBy>qery2dBq ALrV</cp:lastModifiedBy>
  <cp:revision>1</cp:revision>
  <dcterms:created xsi:type="dcterms:W3CDTF">2013-01-27T09:14:16Z</dcterms:created>
  <dcterms:modified xsi:type="dcterms:W3CDTF">2013-01-27T09:15:58Z</dcterms:modified>
  <cp:category/>
</cp:coreProperties>
</file>