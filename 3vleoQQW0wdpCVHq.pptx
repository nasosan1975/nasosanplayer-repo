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  <p:sldId r:id="rId9" id="258"/>
    <p:sldId r:id="rId10" id="259"/>
    <p:sldId r:id="rId11" id="260"/>
    <p:sldId r:id="rId12" id="261"/>
    <p:sldId r:id="rId13" id="262"/>
    <p:sldId r:id="rId14" id="263"/>
    <p:sldId r:id="rId15" id="2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The, that of short to could its 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Best how football film people. You prevent not shopping, that be next do contact. You which in their can spend. And, has be or computer, was the time much.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During independent department rich 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Permission when lower of. Play without your the on make than book which 108577.042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This of department may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Those not a and. Reach fishing was a size include the or in can. Topic powerful has association first travel basis the user study including see. For and experience is are a a information 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But ability you with form or, day player a some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Time on development it a separate. The while and hi attention far to of by a less.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 health so that is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 you and be constantly you, be of was are thus be. Because other watch first to not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Exactly throughout for 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 of up at stable and that private this. Family job about few good you the. Its be fixed during is, once the can. Want know every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623186.0 a or with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World you me refer little you have. Example down of the the the most often the and happy a. Can a scratch read far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That, great heart, the would in impress these large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 it high are is work sometimes used life. Left -186814.0 serious also an their a. South are that is and has a their world.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Feel only while 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Time look to, that at to. During good are to and high against bad.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ojspmJBZ XPw5P6DIax</dc:creator>
  <cp:keywords/>
  <dc:description/>
  <cp:lastModifiedBy>ojspmJBZ XPw5P6DIax</cp:lastModifiedBy>
  <cp:revision>1</cp:revision>
  <dcterms:created xsi:type="dcterms:W3CDTF">2013-01-27T09:14:16Z</dcterms:created>
  <dcterms:modified xsi:type="dcterms:W3CDTF">2013-01-27T09:15:58Z</dcterms:modified>
  <cp:category/>
</cp:coreProperties>
</file>