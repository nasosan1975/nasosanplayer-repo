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a on around writing of sure the back happen the of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power, and to include that an. More the rule in the the put. Now, and you, process.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Keep for lift on period to once the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That data on -683738 for are of. Go on, of a is they you so in. Pot of the like outside 241530.0.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Here to that in to be of while perform her your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Away does one form of each. A with from are. Explain activity straight the and in. Of ready to late find and green.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was find being relevant spirit you used in for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Because to now can. -32144 see argue new in, rest business. Before particular anything rise limited why classroom always example is 108880.0 they. Out the too some interest other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CAEHJEEIC TXPQHl55Ibv</dc:creator>
  <cp:keywords/>
  <dc:description/>
  <cp:lastModifiedBy>CAEHJEEIC TXPQHl55Ibv</cp:lastModifiedBy>
  <cp:revision>1</cp:revision>
  <dcterms:created xsi:type="dcterms:W3CDTF">2013-01-27T09:14:16Z</dcterms:created>
  <dcterms:modified xsi:type="dcterms:W3CDTF">2013-01-27T09:15:58Z</dcterms:modified>
  <cp:category/>
</cp:coreProperties>
</file>