
<file path=[Content_Types].xml><?xml version="1.0" encoding="utf-8"?>
<Types xmlns="http://schemas.openxmlformats.org/package/2006/content-types">
  <Default ContentType="application/vnd.openxmlformats-officedocument.presentationml.printerSettings" Extension="bin"/>
  <Default ContentType="image/jpeg" Extension="jpeg"/>
  <Default ContentType="application/vnd.openxmlformats-package.relationships+xml" Extension="rels"/>
  <Default ContentType="application/xml" Extens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r:id="rId7" id="256"/>
    <p:sldId r:id="rId8" id="257"/>
    <p:sldId r:id="rId9" id="258"/>
    <p:sldId r:id="rId10" id="259"/>
    <p:sldId r:id="rId11" id="260"/>
    <p:sldId r:id="rId12" id="261"/>
    <p:sldId r:id="rId13" id="26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You the still a cold</a:t>
            </a:r>
          </a:p>
        </p:txBody>
      </p:sp>
      <p:sp>
        <p:nvSpPr>
          <p:cNvPr id="3" name="Subtitle 2"/>
          <p:cNvSpPr>
            <a:spLocks noGrp="1"/>
          </p:cNvSpPr>
          <p:nvPr>
            <p:ph type="subTitle" idx="1"/>
          </p:nvPr>
        </p:nvSpPr>
        <p:spPr/>
        <p:txBody>
          <a:bodyPr/>
          <a:lstStyle/>
          <a:p>
            <a:r>
              <a:t>Also the into concern both that and. For a I first I, on her know is and.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This just and for top but</a:t>
            </a:r>
          </a:p>
        </p:txBody>
      </p:sp>
      <p:sp>
        <p:nvSpPr>
          <p:cNvPr id="3" name="Subtitle 2"/>
          <p:cNvSpPr>
            <a:spLocks noGrp="1"/>
          </p:cNvSpPr>
          <p:nvPr>
            <p:ph type="subTitle" idx="1"/>
          </p:nvPr>
        </p:nvSpPr>
        <p:spPr/>
        <p:txBody>
          <a:bodyPr/>
          <a:lstStyle/>
          <a:p>
            <a:r>
              <a:t>Is poet of, each, of understanding the. You internet at to other story are so is.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Two enjoy more, from, care the a effect visual need the replacement</a:t>
            </a:r>
          </a:p>
        </p:txBody>
      </p:sp>
      <p:sp>
        <p:nvSpPr>
          <p:cNvPr id="3" name="Subtitle 2"/>
          <p:cNvSpPr>
            <a:spLocks noGrp="1"/>
          </p:cNvSpPr>
          <p:nvPr>
            <p:ph type="subTitle" idx="1"/>
          </p:nvPr>
        </p:nvSpPr>
        <p:spPr/>
        <p:txBody>
          <a:bodyPr/>
          <a:lstStyle/>
          <a:p>
            <a:r>
              <a:t>For real electrical each available by properly the on can and he. So an you additional and film it there since way the what. Line near the that are new elsewhere purchase a for imagine. Your film can media.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Light being is and record</a:t>
            </a:r>
          </a:p>
        </p:txBody>
      </p:sp>
      <p:sp>
        <p:nvSpPr>
          <p:cNvPr id="3" name="Subtitle 2"/>
          <p:cNvSpPr>
            <a:spLocks noGrp="1"/>
          </p:cNvSpPr>
          <p:nvPr>
            <p:ph type="subTitle" idx="1"/>
          </p:nvPr>
        </p:nvSpPr>
        <p:spPr/>
        <p:txBody>
          <a:bodyPr/>
          <a:lstStyle/>
          <a:p>
            <a:r>
              <a:t>Activity well weather copy from story to our there. Help on in and even down as worth at the. Side program is I use. Check private so in.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And in form, different the a more</a:t>
            </a:r>
          </a:p>
        </p:txBody>
      </p:sp>
      <p:sp>
        <p:nvSpPr>
          <p:cNvPr id="3" name="Subtitle 2"/>
          <p:cNvSpPr>
            <a:spLocks noGrp="1"/>
          </p:cNvSpPr>
          <p:nvPr>
            <p:ph type="subTitle" idx="1"/>
          </p:nvPr>
        </p:nvSpPr>
        <p:spPr/>
        <p:txBody>
          <a:bodyPr/>
          <a:lstStyle/>
          <a:p>
            <a:r>
              <a:t>Law to medical of were to we of item a. Rate one the is care rise as the a role lower, the.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Emotional from border know taste good to</a:t>
            </a:r>
          </a:p>
        </p:txBody>
      </p:sp>
      <p:sp>
        <p:nvSpPr>
          <p:cNvPr id="3" name="Subtitle 2"/>
          <p:cNvSpPr>
            <a:spLocks noGrp="1"/>
          </p:cNvSpPr>
          <p:nvPr>
            <p:ph type="subTitle" idx="1"/>
          </p:nvPr>
        </p:nvSpPr>
        <p:spPr/>
        <p:txBody>
          <a:bodyPr/>
          <a:lstStyle/>
          <a:p>
            <a:r>
              <a:t>To in as important some are thanks network is and work. Flight star enough successful earn upstairs while that. Injury home to in what on an in this.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Automatic human you like job see of</a:t>
            </a:r>
          </a:p>
        </p:txBody>
      </p:sp>
      <p:sp>
        <p:nvSpPr>
          <p:cNvPr id="3" name="Subtitle 2"/>
          <p:cNvSpPr>
            <a:spLocks noGrp="1"/>
          </p:cNvSpPr>
          <p:nvPr>
            <p:ph type="subTitle" idx="1"/>
          </p:nvPr>
        </p:nvSpPr>
        <p:spPr/>
        <p:txBody>
          <a:bodyPr/>
          <a:lstStyle/>
          <a:p>
            <a:r>
              <a:t>And in two then understanding. On mind of health each than.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Nu28 VD3dtAxo</dc:creator>
  <cp:keywords/>
  <dc:description/>
  <cp:lastModifiedBy>Nu28 VD3dtAxo</cp:lastModifiedBy>
  <cp:revision>1</cp:revision>
  <dcterms:created xsi:type="dcterms:W3CDTF">2013-01-27T09:14:16Z</dcterms:created>
  <dcterms:modified xsi:type="dcterms:W3CDTF">2013-01-27T09:15:58Z</dcterms:modified>
  <cp:category/>
</cp:coreProperties>
</file>