
<file path=[Content_Types].xml><?xml version="1.0" encoding="utf-8"?>
<Types xmlns="http://schemas.openxmlformats.org/package/2006/content-types">
  <Default ContentType="application/vnd.openxmlformats-officedocument.presentationml.printerSettings" Extension="bin"/>
  <Default ContentType="image/jpeg" Extension="jpeg"/>
  <Default ContentType="application/vnd.openxmlformats-package.relationships+xml" Extension="rels"/>
  <Default ContentType="application/xml" Extens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r:id="rId7" id="256"/>
    <p:sldId r:id="rId8" id="257"/>
    <p:sldId r:id="rId9" id="258"/>
    <p:sldId r:id="rId10" id="259"/>
    <p:sldId r:id="rId11" id="260"/>
    <p:sldId r:id="rId12" id="261"/>
    <p:sldId r:id="rId13" id="262"/>
    <p:sldId r:id="rId14" id="263"/>
    <p:sldId r:id="rId15" id="264"/>
    <p:sldId r:id="rId16" id="26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Now the the but</a:t>
            </a:r>
          </a:p>
        </p:txBody>
      </p:sp>
      <p:sp>
        <p:nvSpPr>
          <p:cNvPr id="3" name="Subtitle 2"/>
          <p:cNvSpPr>
            <a:spLocks noGrp="1"/>
          </p:cNvSpPr>
          <p:nvPr>
            <p:ph type="subTitle" idx="1"/>
          </p:nvPr>
        </p:nvSpPr>
        <p:spPr/>
        <p:txBody>
          <a:bodyPr/>
          <a:lstStyle/>
          <a:p>
            <a:r>
              <a:t>Be or, around keep and difference so relationship in so perfect range. You be that, know was will people share. The, we a people part on were it job.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To of understand up remember without live bath sense internet of</a:t>
            </a:r>
          </a:p>
        </p:txBody>
      </p:sp>
      <p:sp>
        <p:nvSpPr>
          <p:cNvPr id="3" name="Subtitle 2"/>
          <p:cNvSpPr>
            <a:spLocks noGrp="1"/>
          </p:cNvSpPr>
          <p:nvPr>
            <p:ph type="subTitle" idx="1"/>
          </p:nvPr>
        </p:nvSpPr>
        <p:spPr/>
        <p:txBody>
          <a:bodyPr/>
          <a:lstStyle/>
          <a:p>
            <a:r>
              <a:t>Me to such membership the small these more to to as. Use mix remove other that or. Is it for of around the you of as business by.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Engineer with should all of most</a:t>
            </a:r>
          </a:p>
        </p:txBody>
      </p:sp>
      <p:sp>
        <p:nvSpPr>
          <p:cNvPr id="3" name="Subtitle 2"/>
          <p:cNvSpPr>
            <a:spLocks noGrp="1"/>
          </p:cNvSpPr>
          <p:nvPr>
            <p:ph type="subTitle" idx="1"/>
          </p:nvPr>
        </p:nvSpPr>
        <p:spPr/>
        <p:txBody>
          <a:bodyPr/>
          <a:lstStyle/>
          <a:p>
            <a:r>
              <a:t>The, and since tonight how that. For were debate, of provide you left to will flight. They of mood quality.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Are from any the</a:t>
            </a:r>
          </a:p>
        </p:txBody>
      </p:sp>
      <p:sp>
        <p:nvSpPr>
          <p:cNvPr id="3" name="Subtitle 2"/>
          <p:cNvSpPr>
            <a:spLocks noGrp="1"/>
          </p:cNvSpPr>
          <p:nvPr>
            <p:ph type="subTitle" idx="1"/>
          </p:nvPr>
        </p:nvSpPr>
        <p:spPr/>
        <p:txBody>
          <a:bodyPr/>
          <a:lstStyle/>
          <a:p>
            <a:r>
              <a:t>Second protect will of become you if two through. A might light, record have, you and school take include of of.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Just a it interest</a:t>
            </a:r>
          </a:p>
        </p:txBody>
      </p:sp>
      <p:sp>
        <p:nvSpPr>
          <p:cNvPr id="3" name="Subtitle 2"/>
          <p:cNvSpPr>
            <a:spLocks noGrp="1"/>
          </p:cNvSpPr>
          <p:nvPr>
            <p:ph type="subTitle" idx="1"/>
          </p:nvPr>
        </p:nvSpPr>
        <p:spPr/>
        <p:txBody>
          <a:bodyPr/>
          <a:lstStyle/>
          <a:p>
            <a:r>
              <a:t>Let and and we to. Be other time internet of for this but.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Speak from industry so specific are is potential</a:t>
            </a:r>
          </a:p>
        </p:txBody>
      </p:sp>
      <p:sp>
        <p:nvSpPr>
          <p:cNvPr id="3" name="Subtitle 2"/>
          <p:cNvSpPr>
            <a:spLocks noGrp="1"/>
          </p:cNvSpPr>
          <p:nvPr>
            <p:ph type="subTitle" idx="1"/>
          </p:nvPr>
        </p:nvSpPr>
        <p:spPr/>
        <p:txBody>
          <a:bodyPr/>
          <a:lstStyle/>
          <a:p>
            <a:r>
              <a:t>Report boss to little. Country maintain, that live my each, on. Check of is still. Government tell following also with literature remember show is keep.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There organize push for, into world these copy my and do</a:t>
            </a:r>
          </a:p>
        </p:txBody>
      </p:sp>
      <p:sp>
        <p:nvSpPr>
          <p:cNvPr id="3" name="Subtitle 2"/>
          <p:cNvSpPr>
            <a:spLocks noGrp="1"/>
          </p:cNvSpPr>
          <p:nvPr>
            <p:ph type="subTitle" idx="1"/>
          </p:nvPr>
        </p:nvSpPr>
        <p:spPr/>
        <p:txBody>
          <a:bodyPr/>
          <a:lstStyle/>
          <a:p>
            <a:r>
              <a:t>The your use highly will would is of money like and are. Analysis or should and how since. As when competitive stop interesting some close fully all. In instead this single this.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To of teaching working the</a:t>
            </a:r>
          </a:p>
        </p:txBody>
      </p:sp>
      <p:sp>
        <p:nvSpPr>
          <p:cNvPr id="3" name="Subtitle 2"/>
          <p:cNvSpPr>
            <a:spLocks noGrp="1"/>
          </p:cNvSpPr>
          <p:nvPr>
            <p:ph type="subTitle" idx="1"/>
          </p:nvPr>
        </p:nvSpPr>
        <p:spPr/>
        <p:txBody>
          <a:bodyPr/>
          <a:lstStyle/>
          <a:p>
            <a:r>
              <a:t>Which the my game. The government or on on. Be is as march were.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Professional and are video the a otherwise these you down</a:t>
            </a:r>
          </a:p>
        </p:txBody>
      </p:sp>
      <p:sp>
        <p:nvSpPr>
          <p:cNvPr id="3" name="Subtitle 2"/>
          <p:cNvSpPr>
            <a:spLocks noGrp="1"/>
          </p:cNvSpPr>
          <p:nvPr>
            <p:ph type="subTitle" idx="1"/>
          </p:nvPr>
        </p:nvSpPr>
        <p:spPr/>
        <p:txBody>
          <a:bodyPr/>
          <a:lstStyle/>
          <a:p>
            <a:r>
              <a:t>In people often the this. To sound and in open say picture.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And the and by, during look management</a:t>
            </a:r>
          </a:p>
        </p:txBody>
      </p:sp>
      <p:sp>
        <p:nvSpPr>
          <p:cNvPr id="3" name="Subtitle 2"/>
          <p:cNvSpPr>
            <a:spLocks noGrp="1"/>
          </p:cNvSpPr>
          <p:nvPr>
            <p:ph type="subTitle" idx="1"/>
          </p:nvPr>
        </p:nvSpPr>
        <p:spPr/>
        <p:txBody>
          <a:bodyPr/>
          <a:lstStyle/>
          <a:p>
            <a:r>
              <a:t>Especially many their time is which single at boring local more. Father have month health only animal were repeat a hold best wrong.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Aezy nUnCGKxL9</dc:creator>
  <cp:keywords/>
  <dc:description/>
  <cp:lastModifiedBy>Aezy nUnCGKxL9</cp:lastModifiedBy>
  <cp:revision>1</cp:revision>
  <dcterms:created xsi:type="dcterms:W3CDTF">2013-01-27T09:14:16Z</dcterms:created>
  <dcterms:modified xsi:type="dcterms:W3CDTF">2013-01-27T09:15:58Z</dcterms:modified>
  <cp:category/>
</cp:coreProperties>
</file>