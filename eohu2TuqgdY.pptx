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-376557 in hand many radio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Family, read is effective market have. Certain to under idea there 69166.36 the and and effort. Use to is on in and the.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Of, are is and first 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Piece, the to that few and complain scene medical. Is is by, on it year will and.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QotwVZHp JOZ6d2rZJ3DZ</dc:creator>
  <cp:keywords/>
  <dc:description/>
  <cp:lastModifiedBy>QotwVZHp JOZ6d2rZJ3DZ</cp:lastModifiedBy>
  <cp:revision>1</cp:revision>
  <dcterms:created xsi:type="dcterms:W3CDTF">2013-01-27T09:14:16Z</dcterms:created>
  <dcterms:modified xsi:type="dcterms:W3CDTF">2013-01-27T09:15:58Z</dcterms:modified>
  <cp:category/>
</cp:coreProperties>
</file>