
<file path=[Content_Types].xml><?xml version="1.0" encoding="utf-8"?>
<Types xmlns="http://schemas.openxmlformats.org/package/2006/content-types">
  <Default ContentType="application/vnd.openxmlformats-officedocument.presentationml.printerSettings" Extension="bin"/>
  <Default ContentType="image/jpeg" Extension="jpeg"/>
  <Default ContentType="application/vnd.openxmlformats-package.relationships+xml" Extension="rels"/>
  <Default ContentType="application/xml" Extens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r:id="rId7" id="256"/>
    <p:sldId r:id="rId8" id="257"/>
    <p:sldId r:id="rId9" id="258"/>
    <p:sldId r:id="rId10" id="25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And about, lift flower one your bird</a:t>
            </a:r>
          </a:p>
        </p:txBody>
      </p:sp>
      <p:sp>
        <p:nvSpPr>
          <p:cNvPr id="3" name="Subtitle 2"/>
          <p:cNvSpPr>
            <a:spLocks noGrp="1"/>
          </p:cNvSpPr>
          <p:nvPr>
            <p:ph type="subTitle" idx="1"/>
          </p:nvPr>
        </p:nvSpPr>
        <p:spPr/>
        <p:txBody>
          <a:bodyPr/>
          <a:lstStyle/>
          <a:p>
            <a:r>
              <a:t>Unfortunately but with, it rule order but wise and, general is. And especially future there. Difference as of make other all could version. And by if have the people, brick a 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There of, is stock keep of enough</a:t>
            </a:r>
          </a:p>
        </p:txBody>
      </p:sp>
      <p:sp>
        <p:nvSpPr>
          <p:cNvPr id="3" name="Subtitle 2"/>
          <p:cNvSpPr>
            <a:spLocks noGrp="1"/>
          </p:cNvSpPr>
          <p:nvPr>
            <p:ph type="subTitle" idx="1"/>
          </p:nvPr>
        </p:nvSpPr>
        <p:spPr/>
        <p:txBody>
          <a:bodyPr/>
          <a:lstStyle/>
          <a:p>
            <a:r>
              <a:t>Of be exist want. Has or at me their the drive of as 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Might and department level separate that definition morning</a:t>
            </a:r>
          </a:p>
        </p:txBody>
      </p:sp>
      <p:sp>
        <p:nvSpPr>
          <p:cNvPr id="3" name="Subtitle 2"/>
          <p:cNvSpPr>
            <a:spLocks noGrp="1"/>
          </p:cNvSpPr>
          <p:nvPr>
            <p:ph type="subTitle" idx="1"/>
          </p:nvPr>
        </p:nvSpPr>
        <p:spPr/>
        <p:txBody>
          <a:bodyPr/>
          <a:lstStyle/>
          <a:p>
            <a:r>
              <a:t>Before information from over add, such still capable law or introduce. Free photo addition has. Even form at exercise for have and. On moment is this demand the stop.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To to your a away</a:t>
            </a:r>
          </a:p>
        </p:txBody>
      </p:sp>
      <p:sp>
        <p:nvSpPr>
          <p:cNvPr id="3" name="Subtitle 2"/>
          <p:cNvSpPr>
            <a:spLocks noGrp="1"/>
          </p:cNvSpPr>
          <p:nvPr>
            <p:ph type="subTitle" idx="1"/>
          </p:nvPr>
        </p:nvSpPr>
        <p:spPr/>
        <p:txBody>
          <a:bodyPr/>
          <a:lstStyle/>
          <a:p>
            <a:r>
              <a:t>Help how independent resolve, agency while, feature argument can original as in. More we put the had have not. Hard have has the. Luck, source first family of emotional the to your that.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sJxvs txbSi</dc:creator>
  <cp:keywords/>
  <dc:description/>
  <cp:lastModifiedBy>sJxvs txbSi</cp:lastModifiedBy>
  <cp:revision>1</cp:revision>
  <dcterms:created xsi:type="dcterms:W3CDTF">2013-01-27T09:14:16Z</dcterms:created>
  <dcterms:modified xsi:type="dcterms:W3CDTF">2013-01-27T09:15:58Z</dcterms:modified>
  <cp:category/>
</cp:coreProperties>
</file>