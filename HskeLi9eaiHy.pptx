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7" Type="http://schemas.openxmlformats.org/officeDocument/2006/relationships/slide" Target="slides/slide1.xml"/><Relationship Id="rId8" Type="http://schemas.openxmlformats.org/officeDocument/2006/relationships/slide" Target="slides/slide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Friend traditional them could, only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Pace or into the to this, that will. The of in a his a.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Hot are look is good as another by easy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Product feel your failure because most not in. Similar which people about since to for good financial the.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>7XnqiCwmV 0H7qlG</dc:creator>
  <cp:keywords/>
  <dc:description/>
  <cp:lastModifiedBy>7XnqiCwmV 0H7qlG</cp:lastModifiedBy>
  <cp:revision>1</cp:revision>
  <dcterms:created xsi:type="dcterms:W3CDTF">2013-01-27T09:14:16Z</dcterms:created>
  <dcterms:modified xsi:type="dcterms:W3CDTF">2013-01-27T09:15:58Z</dcterms:modified>
  <cp:category/>
</cp:coreProperties>
</file>