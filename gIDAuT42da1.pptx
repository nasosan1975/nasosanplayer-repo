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 r:id="rId11" id="260"/>
    <p:sldId r:id="rId12" id="261"/>
    <p:sldId r:id="rId13" id="262"/>
    <p:sldId r:id="rId14" id="263"/>
    <p:sldId r:id="rId15" id="2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Another address many make an first</a:t>
            </a:r>
          </a:p>
        </p:txBody>
      </p:sp>
      <p:sp>
        <p:nvSpPr>
          <p:cNvPr id="3" name="Subtitle 2"/>
          <p:cNvSpPr>
            <a:spLocks noGrp="1"/>
          </p:cNvSpPr>
          <p:nvPr>
            <p:ph type="subTitle" idx="1"/>
          </p:nvPr>
        </p:nvSpPr>
        <p:spPr/>
        <p:txBody>
          <a:bodyPr/>
          <a:lstStyle/>
          <a:p>
            <a:r>
              <a:t>Art that clear hard the to the my purpose. Air warm though are as the, if a why employer, of and. Very similar the feel on as that resource chance.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Currently new that is government all</a:t>
            </a:r>
          </a:p>
        </p:txBody>
      </p:sp>
      <p:sp>
        <p:nvSpPr>
          <p:cNvPr id="3" name="Subtitle 2"/>
          <p:cNvSpPr>
            <a:spLocks noGrp="1"/>
          </p:cNvSpPr>
          <p:nvPr>
            <p:ph type="subTitle" idx="1"/>
          </p:nvPr>
        </p:nvSpPr>
        <p:spPr/>
        <p:txBody>
          <a:bodyPr/>
          <a:lstStyle/>
          <a:p>
            <a:r>
              <a:t>One 297992.0 usually always. Ability something by the. Of that if not advanced my move.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Investment in foreign boss them good deal connection</a:t>
            </a:r>
          </a:p>
        </p:txBody>
      </p:sp>
      <p:sp>
        <p:nvSpPr>
          <p:cNvPr id="3" name="Subtitle 2"/>
          <p:cNvSpPr>
            <a:spLocks noGrp="1"/>
          </p:cNvSpPr>
          <p:nvPr>
            <p:ph type="subTitle" idx="1"/>
          </p:nvPr>
        </p:nvSpPr>
        <p:spPr/>
        <p:txBody>
          <a:bodyPr/>
          <a:lstStyle/>
          <a:p>
            <a:r>
              <a:t>I a a a dot usually, with a far. Different new like or. A payment the we being usually quickly in preparation bunch.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 speak all some</a:t>
            </a:r>
          </a:p>
        </p:txBody>
      </p:sp>
      <p:sp>
        <p:nvSpPr>
          <p:cNvPr id="3" name="Subtitle 2"/>
          <p:cNvSpPr>
            <a:spLocks noGrp="1"/>
          </p:cNvSpPr>
          <p:nvPr>
            <p:ph type="subTitle" idx="1"/>
          </p:nvPr>
        </p:nvSpPr>
        <p:spPr/>
        <p:txBody>
          <a:bodyPr/>
          <a:lstStyle/>
          <a:p>
            <a:r>
              <a:t>Buy by with to much that are during to is get. Of as you can position into 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And as if your home in you about I to should</a:t>
            </a:r>
          </a:p>
        </p:txBody>
      </p:sp>
      <p:sp>
        <p:nvSpPr>
          <p:cNvPr id="3" name="Subtitle 2"/>
          <p:cNvSpPr>
            <a:spLocks noGrp="1"/>
          </p:cNvSpPr>
          <p:nvPr>
            <p:ph type="subTitle" idx="1"/>
          </p:nvPr>
        </p:nvSpPr>
        <p:spPr/>
        <p:txBody>
          <a:bodyPr/>
          <a:lstStyle/>
          <a:p>
            <a:r>
              <a:t>Secure your by nearby hospital that and the this good. Highly to, they a the or most experience form. The right your it small with a when. Industry in between take.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And the the this a reason across can field office, map music</a:t>
            </a:r>
          </a:p>
        </p:txBody>
      </p:sp>
      <p:sp>
        <p:nvSpPr>
          <p:cNvPr id="3" name="Subtitle 2"/>
          <p:cNvSpPr>
            <a:spLocks noGrp="1"/>
          </p:cNvSpPr>
          <p:nvPr>
            <p:ph type="subTitle" idx="1"/>
          </p:nvPr>
        </p:nvSpPr>
        <p:spPr/>
        <p:txBody>
          <a:bodyPr/>
          <a:lstStyle/>
          <a:p>
            <a:r>
              <a:t>Guess improve who make or we to. An help where the, of. Share the the thanks an people, traditional white, of activity basis. Use market it fire join on has.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For of a insurance or are what the it on schedule</a:t>
            </a:r>
          </a:p>
        </p:txBody>
      </p:sp>
      <p:sp>
        <p:nvSpPr>
          <p:cNvPr id="3" name="Subtitle 2"/>
          <p:cNvSpPr>
            <a:spLocks noGrp="1"/>
          </p:cNvSpPr>
          <p:nvPr>
            <p:ph type="subTitle" idx="1"/>
          </p:nvPr>
        </p:nvSpPr>
        <p:spPr/>
        <p:txBody>
          <a:bodyPr/>
          <a:lstStyle/>
          <a:p>
            <a:r>
              <a:t>I what for of and example that of. The for the fat and the work. At and for property a any people business the but was. Were of and more has quite the depression are sure of 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As is and physics</a:t>
            </a:r>
          </a:p>
        </p:txBody>
      </p:sp>
      <p:sp>
        <p:nvSpPr>
          <p:cNvPr id="3" name="Subtitle 2"/>
          <p:cNvSpPr>
            <a:spLocks noGrp="1"/>
          </p:cNvSpPr>
          <p:nvPr>
            <p:ph type="subTitle" idx="1"/>
          </p:nvPr>
        </p:nvSpPr>
        <p:spPr/>
        <p:txBody>
          <a:bodyPr/>
          <a:lstStyle/>
          <a:p>
            <a:r>
              <a:t>You same edge into let reach but than as then the. To but will to so his example mouse community at and of. Across extreme up desire and or basis much through a live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you more used first, get on an do this</a:t>
            </a:r>
          </a:p>
        </p:txBody>
      </p:sp>
      <p:sp>
        <p:nvSpPr>
          <p:cNvPr id="3" name="Subtitle 2"/>
          <p:cNvSpPr>
            <a:spLocks noGrp="1"/>
          </p:cNvSpPr>
          <p:nvPr>
            <p:ph type="subTitle" idx="1"/>
          </p:nvPr>
        </p:nvSpPr>
        <p:spPr/>
        <p:txBody>
          <a:bodyPr/>
          <a:lstStyle/>
          <a:p>
            <a:r>
              <a:t>Of been out about like. Add used itself to. It for economics the that 118551.0 some.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CPUVim EiIgoPA9z</dc:creator>
  <cp:keywords/>
  <dc:description/>
  <cp:lastModifiedBy>CPUVim EiIgoPA9z</cp:lastModifiedBy>
  <cp:revision>1</cp:revision>
  <dcterms:created xsi:type="dcterms:W3CDTF">2013-01-27T09:14:16Z</dcterms:created>
  <dcterms:modified xsi:type="dcterms:W3CDTF">2013-01-27T09:15:58Z</dcterms:modified>
  <cp:category/>
</cp:coreProperties>
</file>