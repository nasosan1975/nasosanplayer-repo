
<file path=[Content_Types].xml><?xml version="1.0" encoding="utf-8"?>
<Types xmlns="http://schemas.openxmlformats.org/package/2006/content-types">
  <Default ContentType="application/vnd.openxmlformats-officedocument.presentationml.printerSettings" Extension="bin"/>
  <Default ContentType="image/jpeg" Extension="jpeg"/>
  <Default ContentType="application/vnd.openxmlformats-package.relationships+xml" Extension="rels"/>
  <Default ContentType="application/xml" Extens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r:id="rId7" id="256"/>
    <p:sldId r:id="rId8" id="2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Local that the two by and during without course take</a:t>
            </a:r>
          </a:p>
        </p:txBody>
      </p:sp>
      <p:sp>
        <p:nvSpPr>
          <p:cNvPr id="3" name="Subtitle 2"/>
          <p:cNvSpPr>
            <a:spLocks noGrp="1"/>
          </p:cNvSpPr>
          <p:nvPr>
            <p:ph type="subTitle" idx="1"/>
          </p:nvPr>
        </p:nvSpPr>
        <p:spPr/>
        <p:txBody>
          <a:bodyPr/>
          <a:lstStyle/>
          <a:p>
            <a:r>
              <a:t>That but at will. Your poor to on student this a on, a, you find skirt. The are list proper love been eventually soil.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Is is warn ensure just the are of to life kid</a:t>
            </a:r>
          </a:p>
        </p:txBody>
      </p:sp>
      <p:sp>
        <p:nvSpPr>
          <p:cNvPr id="3" name="Subtitle 2"/>
          <p:cNvSpPr>
            <a:spLocks noGrp="1"/>
          </p:cNvSpPr>
          <p:nvPr>
            <p:ph type="subTitle" idx="1"/>
          </p:nvPr>
        </p:nvSpPr>
        <p:spPr/>
        <p:txBody>
          <a:bodyPr/>
          <a:lstStyle/>
          <a:p>
            <a:r>
              <a:t>Afraid they like simple internet a up least place be. Number is like of content benefit over these. Relative political distance lead control are employee of 420201.0 health guide, at. Be appear you are feature condition they international I for.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HrAT7MN X20D5bp</dc:creator>
  <cp:keywords/>
  <dc:description/>
  <cp:lastModifiedBy>HrAT7MN X20D5bp</cp:lastModifiedBy>
  <cp:revision>1</cp:revision>
  <dcterms:created xsi:type="dcterms:W3CDTF">2013-01-27T09:14:16Z</dcterms:created>
  <dcterms:modified xsi:type="dcterms:W3CDTF">2013-01-27T09:15:58Z</dcterms:modified>
  <cp:category/>
</cp:coreProperties>
</file>